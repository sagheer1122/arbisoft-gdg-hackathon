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5142C5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NURSEFLOW</a:t>
            </a:r>
          </a:p>
          <a:p>
            <a:pPr>
              <a:spcBef>
                <a:spcPts val="1000"/>
              </a:spcBef>
              <a:defRPr sz="2400">
                <a:solidFill>
                  <a:srgbClr val="FACC15"/>
                </a:solidFill>
              </a:defRPr>
            </a:pPr>
            <a:r>
              <a:t>Smart Roster Management &amp; Gemma 4 AI Clinical Platform</a:t>
            </a:r>
          </a:p>
          <a:p>
            <a:pPr>
              <a:spcBef>
                <a:spcPts val="2000"/>
              </a:spcBef>
              <a:defRPr sz="1400">
                <a:solidFill>
                  <a:srgbClr val="EDE9FE"/>
                </a:solidFill>
              </a:defRPr>
            </a:pPr>
            <a:r>
              <a:t>A modern, full-stack healthcare solution built for hospital ward scheduling, AI patient roleplay simulation, and nurse wellness relaxation.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07080"/>
                </a:solidFill>
              </a:defRPr>
            </a:pPr>
            <a:r>
              <a:t>Arbisoft-GDG Hackathon 2026  |  GitHub: Sagheer1122/Arbisoft-GDG-Hackathon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Executive Vision: Overcoming Clinical Fatigue &amp; Scheduling Chaos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6162A"/>
                </a:solidFill>
              </a:defRPr>
            </a:pPr>
            <a:r>
              <a:t>🚨 Hospital Challenges</a:t>
            </a:r>
          </a:p>
          <a:p>
            <a:pPr>
              <a:spcBef>
                <a:spcPts val="1000"/>
              </a:spcBef>
              <a:defRPr sz="1300">
                <a:solidFill>
                  <a:srgbClr val="16162A"/>
                </a:solidFill>
              </a:defRPr>
            </a:pPr>
            <a:r>
              <a:t>• Scheduling Conflicts: Overlapping shifts &amp; manual shift swap friction.</a:t>
            </a:r>
          </a:p>
          <a:p>
            <a:pPr>
              <a:spcBef>
                <a:spcPts val="1000"/>
              </a:spcBef>
              <a:defRPr sz="1300">
                <a:solidFill>
                  <a:srgbClr val="16162A"/>
                </a:solidFill>
              </a:defRPr>
            </a:pPr>
            <a:r>
              <a:t>• Clinical Burnout: Nurses experience fatigue during long 12-hour duty shifts.</a:t>
            </a:r>
          </a:p>
          <a:p>
            <a:pPr>
              <a:spcBef>
                <a:spcPts val="1000"/>
              </a:spcBef>
              <a:defRPr sz="1300">
                <a:solidFill>
                  <a:srgbClr val="16162A"/>
                </a:solidFill>
              </a:defRPr>
            </a:pPr>
            <a:r>
              <a:t>• Communication Training Gap: Lack of realistic practice for difficult patient conversations (Anxious, Angry Family Members).</a:t>
            </a:r>
          </a:p>
          <a:p>
            <a:pPr>
              <a:spcBef>
                <a:spcPts val="1000"/>
              </a:spcBef>
              <a:defRPr sz="1300">
                <a:solidFill>
                  <a:srgbClr val="16162A"/>
                </a:solidFill>
              </a:defRPr>
            </a:pPr>
            <a:r>
              <a:t>• Delayed Communication: Slow alert broadcasts during emergency ward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5142C5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🏥 The NurseFlow Solution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✓ Automated Roster Intelligence: Color-coded shift schedules (Morning, Evening, Night).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✓ Gemma 4 AI Patient Simulator: Safe interactive roleplay scenarios with dynamic emotion tracking.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✓ Shift Break AI Games Lounge: 100% non-medical relaxation games (Tick &amp; Cross) for 10-min breaks.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✓ Instant Push Notifications: Socket.IO real-time emergency broadcasts and shift swap approvals.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Technology Architecture &amp; Full-Stack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8686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162A"/>
                </a:solidFill>
              </a:defRPr>
            </a:pPr>
            <a:r>
              <a:t>Frontend Application</a:t>
            </a:r>
          </a:p>
          <a:p>
            <a:pPr>
              <a:defRPr sz="1200">
                <a:solidFill>
                  <a:srgbClr val="707080"/>
                </a:solidFill>
              </a:defRPr>
            </a:pPr>
            <a:r>
              <a:t>React 18 + Vite, TypeScript, Tailwind CSS, Lucide Icons, Glassmorphism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07040" cy="8686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1616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162A"/>
                </a:solidFill>
              </a:defRPr>
            </a:pPr>
            <a:r>
              <a:t>Backend Services</a:t>
            </a:r>
          </a:p>
          <a:p>
            <a:pPr>
              <a:defRPr sz="1200">
                <a:solidFill>
                  <a:srgbClr val="707080"/>
                </a:solidFill>
              </a:defRPr>
            </a:pPr>
            <a:r>
              <a:t>Node.js + Express, REST API Architecture, JWT Authentication, Bcrypt Hashing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607040" cy="8686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39B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162A"/>
                </a:solidFill>
              </a:defRPr>
            </a:pPr>
            <a:r>
              <a:t>Database &amp; ORM</a:t>
            </a:r>
          </a:p>
          <a:p>
            <a:pPr>
              <a:defRPr sz="1200">
                <a:solidFill>
                  <a:srgbClr val="707080"/>
                </a:solidFill>
              </a:defRPr>
            </a:pPr>
            <a:r>
              <a:t>Prisma ORM with SQLite (dev.db), Seeded Scenarios &amp; Roster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10607040" cy="8686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162A"/>
                </a:solidFill>
              </a:defRPr>
            </a:pPr>
            <a:r>
              <a:t>AI &amp; Machine Learning</a:t>
            </a:r>
          </a:p>
          <a:p>
            <a:pPr>
              <a:defRPr sz="1200">
                <a:solidFill>
                  <a:srgbClr val="707080"/>
                </a:solidFill>
              </a:defRPr>
            </a:pPr>
            <a:r>
              <a:t>Gemma 4 AI Model Engine for Patient Roleplay &amp; Tic-Tac-Toe Minimax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07040" cy="8686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162A"/>
                </a:solidFill>
              </a:defRPr>
            </a:pPr>
            <a:r>
              <a:t>Real-time Push</a:t>
            </a:r>
          </a:p>
          <a:p>
            <a:pPr>
              <a:defRPr sz="1200">
                <a:solidFill>
                  <a:srgbClr val="707080"/>
                </a:solidFill>
              </a:defRPr>
            </a:pPr>
            <a:r>
              <a:t>Socket.IO for instant ward emergency broadcasts &amp; live notifications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Feature 1: Weekly &amp; Monthly Roster Calendar 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5142C5"/>
                </a:solidFill>
              </a:defRPr>
            </a:pPr>
            <a:r>
              <a:t>📅 Smart Duty Roster Features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Spacious Card Layout: Re-architected weekly grid cards eliminating text collision.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Standardized Shift Timings: Morning (7:00 AM - 3:00 PM), Evening (3:00 PM - 11:00 PM), Night (11:00 PM - 7:00 AM).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Color-Coded Background Tints: Soft emerald (Morning), amber (Evening), purple (Night), and slate (Off Duty).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Dedicated Full-Width Action Buttons: Glassmorphic 'View Details →' action buttons on every day card.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Interactive Shift Handover Notes: Ward notes, active status indicators, and modal previews.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Feature 2: Gemma 4 AI Patient Communication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6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ACC15"/>
                </a:solidFill>
              </a:defRPr>
            </a:pPr>
            <a:r>
              <a:t>🤖 AI Persona Roleplay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Simulated Scenarios: Anxious Patient, Angry Family Member, Confused Elderly Patient, Emergency Intake.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Dynamic Character Emotions: Real-time emotion shifts (Hostile → Frustrated → Worried → Calm → Reassured).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Difficulty Levels: Beginner, Intermediate, Advanced persona complexity.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6162A"/>
                </a:solidFill>
              </a:defRPr>
            </a:pPr>
            <a:r>
              <a:t>📊 8-Competency Performance Evaluation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1. Empathy &amp; Compassion (0-100)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2. Active Listening &amp; Response Depth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3. Communication Clarity &amp; Medical Terms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4. Professionalism &amp; Boundary Setting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5. Emotional Intelligence &amp; De-escalation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6. Patient Engagement &amp; Reassurance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7. Confidence &amp; Clinical Decision Support</a:t>
            </a:r>
          </a:p>
          <a:p>
            <a:pPr>
              <a:spcBef>
                <a:spcPts val="600"/>
              </a:spcBef>
              <a:defRPr sz="1200">
                <a:solidFill>
                  <a:srgbClr val="16162A"/>
                </a:solidFill>
              </a:defRPr>
            </a:pPr>
            <a:r>
              <a:t>✓ 8. Detailed Quote Highlights &amp; Actionable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Feature 3: AI Tick &amp; Cross (Tic-Tac-Toe ❌⭕) Break Game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5142C5"/>
                </a:solidFill>
              </a:defRPr>
            </a:pPr>
            <a:r>
              <a:t>🎮 Nurse Shift Break Relaxation Lounge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100% Non-Medical Relaxation: Pure fun mini-game designed for 10-minute shift breaks to help nurses feel refreshed.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Gemma 4 AI Opponent: Nurse plays ❌ or ⭕ against Gemma 4 AI in real-time.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3 Difficulty Modes: Easy (Casual Chill), Medium (Smart Rival), and Unbeatable (Gemma 4 Minimax Algorithm).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Scoreboard &amp; Wellness Points: Tracks Nurse Wins, AI Wins, Draws, and awards Wellness Points.</a:t>
            </a:r>
          </a:p>
          <a:p>
            <a:pPr>
              <a:spcBef>
                <a:spcPts val="1200"/>
              </a:spcBef>
              <a:defRPr sz="1400">
                <a:solidFill>
                  <a:srgbClr val="16162A"/>
                </a:solidFill>
              </a:defRPr>
            </a:pPr>
            <a:r>
              <a:t>• Live 10-Minute Break Timer: Keeps breaks structured so nurses return to duty on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Feature 4: Shift Swaps, Leave Management &amp; Socket.IO Alerts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6162A"/>
                </a:solidFill>
              </a:defRPr>
            </a:pPr>
            <a:r>
              <a:t>🔄 Shift Swap Requests</a:t>
            </a:r>
          </a:p>
          <a:p>
            <a:pPr>
              <a:spcBef>
                <a:spcPts val="1400"/>
              </a:spcBef>
              <a:defRPr sz="1300">
                <a:solidFill>
                  <a:srgbClr val="16162A"/>
                </a:solidFill>
              </a:defRPr>
            </a:pPr>
            <a:r>
              <a:t>Nurse-to-nurse duty exchange system with target nurse selection, reason tracking, and 1-click admin approval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6162A"/>
                </a:solidFill>
              </a:defRPr>
            </a:pPr>
            <a:r>
              <a:t>🏖️ Leave Request Portal</a:t>
            </a:r>
          </a:p>
          <a:p>
            <a:pPr>
              <a:spcBef>
                <a:spcPts val="1400"/>
              </a:spcBef>
              <a:defRPr sz="1300">
                <a:solidFill>
                  <a:srgbClr val="16162A"/>
                </a:solidFill>
              </a:defRPr>
            </a:pPr>
            <a:r>
              <a:t>Annual, Sick, and Emergency leave applications with date range selectors, status badges (Pending, Approved, Rejected).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6162A"/>
                </a:solidFill>
              </a:defRPr>
            </a:pPr>
            <a:r>
              <a:t>⚡ Socket.IO Push Alerts</a:t>
            </a:r>
          </a:p>
          <a:p>
            <a:pPr>
              <a:spcBef>
                <a:spcPts val="1400"/>
              </a:spcBef>
              <a:defRPr sz="1300">
                <a:solidFill>
                  <a:srgbClr val="16162A"/>
                </a:solidFill>
              </a:defRPr>
            </a:pPr>
            <a:r>
              <a:t>Real-time WebSocket event dispatch for instant emergency broadcasts, roster updates, and unread notification 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Design System &amp; Photorealistic Nurse Visuals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389120"/>
          </a:xfrm>
          <a:prstGeom prst="roundRect">
            <a:avLst/>
          </a:prstGeom>
          <a:solidFill>
            <a:srgbClr val="1616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ACC15"/>
                </a:solidFill>
              </a:defRPr>
            </a:pPr>
            <a:r>
              <a:t>🎨 High-End Premium Aesthetics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✓ Curated HSL Color Palette: Deep Purple (#5142C5), Dark Purple (#16162A), Light Purple (#EDE9FE).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✓ Glassmorphism &amp; Micro-animations: Liquid glass buttons (bg-white/15 backdrop-blur-md) and smooth hover micro-animations.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✓ Photorealistic 8K Nurse Avatars: Generated realistic portraits of BOTH a female nurse wearing full hijab and a male nurse together side-by-side (no cartoon avatars).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✓ Responsive Grid Layouts: Optimized for Desktop, Tablet, and Mobile viewports with bottom navigation tabs.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142C5"/>
                </a:solidFill>
              </a:defRPr>
            </a:pPr>
            <a:r>
              <a:t>NURSEFLOW PLATFORM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162A"/>
                </a:solidFill>
              </a:defRPr>
            </a:pPr>
            <a:r>
              <a:t>API Architecture &amp; Complete REST Endpoints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68580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6162A"/>
                </a:solidFill>
              </a:defRPr>
            </a:pPr>
            <a:r>
              <a:t>Authentication (/api/auth)  ➔  POST /login, POST /register, GET /me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23160"/>
            <a:ext cx="10607040" cy="68580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6162A"/>
                </a:solidFill>
              </a:defRPr>
            </a:pPr>
            <a:r>
              <a:t>Staff &amp; Users (/api/users)  ➔  GET /, GET /:id, PATCH /:id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07040" cy="68580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6162A"/>
                </a:solidFill>
              </a:defRPr>
            </a:pPr>
            <a:r>
              <a:t>Duty Rosters (/api/rosters)  ➔  GET /, POST /, PATCH /:id, DELETE /:id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10607040" cy="68580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6162A"/>
                </a:solidFill>
              </a:defRPr>
            </a:pPr>
            <a:r>
              <a:t>Leave &amp; Swaps (/api/leave-requests &amp; /api/shift-swaps)  ➔  GET /, POST /, PATCH /:id/approve, PATCH /:id/reject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79"/>
            <a:ext cx="10607040" cy="68580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6162A"/>
                </a:solidFill>
              </a:defRPr>
            </a:pPr>
            <a:r>
              <a:t>AI Patient Simulator (/api/communication-simulator)  ➔  GET /scenarios, POST /sessions, POST /messages, POST /end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32119"/>
            <a:ext cx="10607040" cy="685800"/>
          </a:xfrm>
          <a:prstGeom prst="roundRect">
            <a:avLst/>
          </a:prstGeom>
          <a:solidFill>
            <a:srgbClr val="EDE9FE"/>
          </a:solidFill>
          <a:ln>
            <a:solidFill>
              <a:srgbClr val="514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6162A"/>
                </a:solidFill>
              </a:defRPr>
            </a:pPr>
            <a:r>
              <a:t>AI Break Games (/api/games)  ➔  POST /tic-tac-toe/move, POST /tic-tac-toe/score, GET /score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You! Questions &amp; Live Demo</a:t>
            </a:r>
          </a:p>
          <a:p>
            <a:pPr>
              <a:spcBef>
                <a:spcPts val="1000"/>
              </a:spcBef>
              <a:defRPr sz="2000">
                <a:solidFill>
                  <a:srgbClr val="FACC15"/>
                </a:solidFill>
              </a:defRPr>
            </a:pPr>
            <a:r>
              <a:t>NurseFlow — Empowering Healthcare Staff Through AI Roster Intelligence</a:t>
            </a:r>
          </a:p>
          <a:p>
            <a:pPr>
              <a:spcBef>
                <a:spcPts val="2000"/>
              </a:spcBef>
              <a:defRPr sz="1400">
                <a:solidFill>
                  <a:srgbClr val="EDE9FE"/>
                </a:solidFill>
              </a:defRPr>
            </a:pPr>
            <a:r>
              <a:t>• Live Application: http://localhost:5173</a:t>
            </a:r>
            <a:br/>
            <a:r>
              <a:t>• GitHub Repository: https://github.com/Sagheer1122/Arbisoft-GDG-Hackathon.git</a:t>
            </a:r>
            <a:br/>
            <a:r>
              <a:t>• API Documentation: API_DOCUMENTATION.md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